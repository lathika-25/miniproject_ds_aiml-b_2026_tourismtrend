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F3280-93FE-66B5-EADE-FF89A485D8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6EC26C-91AA-91B2-DDFA-A445089E16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7C0CA-E728-4631-A248-C153EDEBA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63BBE-2F43-4C8B-8677-86CC905E3A6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ADAD5-58E5-80C1-8DB2-EBFD35C9D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AEF76-0452-E8B6-4C41-F7527267E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6F36-C106-4817-B68F-FF49F4E3B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862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C6CA2-6B1C-CD8C-6667-1E4E62591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8C69F-50AF-C174-43B6-79AD32E3B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3495B-E68A-C271-ED8B-A286D86AF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63BBE-2F43-4C8B-8677-86CC905E3A6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8F192-D337-4113-C337-26D8ADD1F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9BAF2-3895-285D-1CFD-3FF9C44EE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6F36-C106-4817-B68F-FF49F4E3B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206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D5AFD-3C70-7187-1EC4-A64C2FDEA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EA59A-F282-CDCF-6EA2-7920E13A9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4BA97-38A7-DA91-FB1E-0527B19E8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63BBE-2F43-4C8B-8677-86CC905E3A6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E44BC-58B5-A3B5-EE50-2696CF035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FFC78-8F7E-BFC7-4D60-AD272AF29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6F36-C106-4817-B68F-FF49F4E3B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000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E5D6E-8C3B-F27E-F9C0-802F28614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49A24-365D-680A-FC76-E024023B50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DAAA60-936F-53FA-4BD4-F1DD9B646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79B0ED-E2F3-2728-A933-7EFC0A9A4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63BBE-2F43-4C8B-8677-86CC905E3A6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35816E-09C6-14CE-40A1-ADCCE8E1A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E2DDD-FD94-BB37-FA94-0E06D6625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6F36-C106-4817-B68F-FF49F4E3B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670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026D-C1B6-E0EB-BD68-65561F263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D4980-ABAA-E712-FB0B-1EBDF0521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CA5BB9-5119-1CED-B4DA-FA87D4B15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D9A04B-0AB3-551B-8CB0-A09054F26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E5BD23-56FD-6905-E774-C986A9D183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DC68EA-DD72-96C5-4B2F-8FF98DC38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63BBE-2F43-4C8B-8677-86CC905E3A6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F70A4D-6850-A8FD-D730-EC2EFD14A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0DAE9-B2E6-2080-5ABA-0C9A7A66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6F36-C106-4817-B68F-FF49F4E3B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450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637B-1CAC-FA37-276B-383474A82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96E3CD-644C-A34D-1C68-2BE0877E9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63BBE-2F43-4C8B-8677-86CC905E3A6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662C8-2312-40AE-5390-71E3374F2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30E91E-CA65-3AFC-5777-80F8640C4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6F36-C106-4817-B68F-FF49F4E3B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74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D760AA-1422-FF79-3394-73A29FA23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63BBE-2F43-4C8B-8677-86CC905E3A6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72CEDF-EF4E-FD80-0153-6988ECECC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BDFD5-6BE7-8A92-0E6F-2113FDDB6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6F36-C106-4817-B68F-FF49F4E3B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714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369F8-7F42-30D9-DC63-10B795D99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CC484-F0A6-37D7-7748-40D8E5EF0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0275C6-851D-4094-00C4-5770A4BF2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E5599-E668-C9DD-7A27-EC16DFA95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63BBE-2F43-4C8B-8677-86CC905E3A6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260F1-4E7C-1026-09DC-19E67EA9F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E1029-D156-2EE4-9052-BAC9E2510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6F36-C106-4817-B68F-FF49F4E3B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243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FBA2B-7D2C-3A31-CE67-3BD531F7A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52481F-C249-6228-D7FD-783759058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C27851-D605-A744-4608-06CC2BA038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745D1-8C39-13CD-834E-2589F5866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63BBE-2F43-4C8B-8677-86CC905E3A6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24CF5-125C-9570-6588-D7220F6DE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CAC13A-BA4C-F178-4451-4511B072C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6F36-C106-4817-B68F-FF49F4E3B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562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302A9-A594-7EE9-8F29-CC4BD494F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AD0AD7-2377-E8B5-65A6-93B888D118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AB24C-17ED-86A0-285B-844C48DF9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63BBE-2F43-4C8B-8677-86CC905E3A6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E4840-03D7-AE3E-947A-D231BCA18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30C18-154A-5BB0-1974-3FD69EC74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6F36-C106-4817-B68F-FF49F4E3B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06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3E417A-439A-EE6C-7A64-E023E023F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1CBB32-E20C-450A-152B-FB401546D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C6E44-2DE5-65FF-8029-A03BDC2CB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63BBE-2F43-4C8B-8677-86CC905E3A6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B1D5B-E6E1-30DB-C181-5282D3D40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F9404-6539-0FDE-5AC9-F6E3670A9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A6F36-C106-4817-B68F-FF49F4E3B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699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CE5D14-A0B2-4C0B-4704-441B04AA2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41A7-7008-2721-ECA4-C0D94031B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0AD88-427A-B767-259A-C9D5EC2EAB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63BBE-2F43-4C8B-8677-86CC905E3A6D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7E802-E83E-7479-9CA3-CFC4515265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513D1-FA8C-46F4-2750-B9E7AFAC2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A6F36-C106-4817-B68F-FF49F4E3B5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646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A7AB79-8BD2-87E6-0F2F-8052330113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r>
              <a:rPr lang="fr-FR" dirty="0"/>
              <a:t>COURSE: DATA SCIENCE | CODE: 21CSC303T</a:t>
            </a:r>
          </a:p>
          <a:p>
            <a:r>
              <a:rPr lang="en-IN" dirty="0"/>
              <a:t>By: </a:t>
            </a:r>
          </a:p>
          <a:p>
            <a:r>
              <a:rPr lang="en-IN" dirty="0"/>
              <a:t>Student Name: Sumathi M &amp; Lathikeswari Ramanathan</a:t>
            </a:r>
          </a:p>
          <a:p>
            <a:r>
              <a:rPr lang="en-IN" dirty="0"/>
              <a:t>Register Number: RA2311026050015, RA2311026050239</a:t>
            </a:r>
          </a:p>
          <a:p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D9001BF-C1FA-D20D-8A58-2078160E7D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 </a:t>
            </a:r>
            <a:br>
              <a:rPr lang="en-IN" dirty="0"/>
            </a:br>
            <a:r>
              <a:rPr lang="en-IN" sz="4400" dirty="0"/>
              <a:t> </a:t>
            </a:r>
            <a:br>
              <a:rPr lang="en-IN" sz="4400" dirty="0"/>
            </a:br>
            <a:r>
              <a:rPr lang="en-IN" sz="4400" b="1" dirty="0"/>
              <a:t>Exploratory Analysis of International Tourism Trends and Visitor </a:t>
            </a:r>
            <a:r>
              <a:rPr lang="en-IN" sz="4400" b="1" dirty="0" err="1"/>
              <a:t>Behavior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8948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47E05-7A1D-7DFC-84E9-077549DFB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E1005-F79B-F1D2-A41D-788CA6FBE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Tourism is one of the fastest-growing sectors, contributing significantly to global economy and employment. </a:t>
            </a:r>
          </a:p>
          <a:p>
            <a:r>
              <a:rPr lang="en-US" dirty="0"/>
              <a:t>Over the years, international travel has increased due to globalization and improved transportation. </a:t>
            </a:r>
          </a:p>
          <a:p>
            <a:r>
              <a:rPr lang="en-US" dirty="0"/>
              <a:t>Analyzing tourism data helps in understanding trends, patterns, and future planning.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2990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9320F-25B5-BB28-DB32-8C701EA1F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94C504-EC9D-60A9-0E43-DE714665B1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8594" y="2402977"/>
            <a:ext cx="1044185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preprocess and clean tourism dataset for analysis.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perform exploratory data analysis (EDA) to identify trends and patterns.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compare tourist arrivals across countries and analyze growth rates.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study the impact of COVID-19 and present insights using visualizations. </a:t>
            </a:r>
          </a:p>
        </p:txBody>
      </p:sp>
    </p:spTree>
    <p:extLst>
      <p:ext uri="{BB962C8B-B14F-4D97-AF65-F5344CB8AC3E}">
        <p14:creationId xmlns:p14="http://schemas.microsoft.com/office/powerpoint/2010/main" val="1309882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41C44-46EA-D1E5-F909-0892322C8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A8CD29B-1A98-7533-90F4-574D3F4D57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9768" y="2074700"/>
            <a:ext cx="9461415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collected from Kaggle containing country-wise tourist arrivals (2014–2020).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transformed from wide format to long format using Pandas.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and preprocessing performed to ensure consistency.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Exploratory Data Analysis conducted to study trends, growth, and comparisons.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Visualizations created using Matplotlib to represent insights clearly. </a:t>
            </a:r>
          </a:p>
        </p:txBody>
      </p:sp>
    </p:spTree>
    <p:extLst>
      <p:ext uri="{BB962C8B-B14F-4D97-AF65-F5344CB8AC3E}">
        <p14:creationId xmlns:p14="http://schemas.microsoft.com/office/powerpoint/2010/main" val="3775273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C3980-ABA8-6A02-EB52-339CA1436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Analysis &amp; Visualizations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C47453-CF59-A9B9-1E37-FE4F785B1C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678128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640133-B7BC-E9F5-7C39-0E77570492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21" y="2344942"/>
            <a:ext cx="4373752" cy="30873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44FA46-A5A4-3CB2-B7FE-43B8C122C9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820" y="2271636"/>
            <a:ext cx="4214180" cy="31606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B86E9B-1F8F-9470-B92F-62F6F7BDB7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3107" y="2420975"/>
            <a:ext cx="4214180" cy="316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687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605C0-2AFD-3FEC-1C8C-B30435A65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COVID-19 Impact &amp; Key Findings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9C8611-DAB3-5C76-FCE5-418DA158A4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663" y="2223318"/>
            <a:ext cx="4788686" cy="35915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313BF7-5715-40B2-A02F-E027ED803F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64314"/>
            <a:ext cx="5000692" cy="375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082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7B5C7-2F24-E0B8-BC93-345AE7598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06979-B7C2-897F-270C-E2D84C9A7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Conclusion:</a:t>
            </a:r>
            <a:endParaRPr lang="en-US" dirty="0"/>
          </a:p>
          <a:p>
            <a:r>
              <a:rPr lang="en-US" dirty="0"/>
              <a:t>Tourism showed steady growth from 2014 to 2019. </a:t>
            </a:r>
          </a:p>
          <a:p>
            <a:r>
              <a:rPr lang="en-US" dirty="0"/>
              <a:t>A few countries dominate global tourism trends. </a:t>
            </a:r>
          </a:p>
          <a:p>
            <a:r>
              <a:rPr lang="en-US" dirty="0"/>
              <a:t>COVID-19 caused a major decline in 2020. </a:t>
            </a:r>
          </a:p>
          <a:p>
            <a:r>
              <a:rPr lang="en-US" b="1" dirty="0"/>
              <a:t>Future Scope:</a:t>
            </a:r>
            <a:endParaRPr lang="en-US" dirty="0"/>
          </a:p>
          <a:p>
            <a:r>
              <a:rPr lang="en-US" dirty="0"/>
              <a:t>Include more recent data </a:t>
            </a:r>
          </a:p>
          <a:p>
            <a:r>
              <a:rPr lang="en-US" dirty="0"/>
              <a:t>Add external factors (economy, policies) </a:t>
            </a:r>
          </a:p>
          <a:p>
            <a:r>
              <a:rPr lang="en-US" dirty="0"/>
              <a:t>Develop interactive dashboards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4727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    Exploratory Analysis of International Tourism Trends and Visitor Behavior </vt:lpstr>
      <vt:lpstr>Introduction </vt:lpstr>
      <vt:lpstr>Objectives </vt:lpstr>
      <vt:lpstr>Methodology</vt:lpstr>
      <vt:lpstr>Data Analysis &amp; Visualizations</vt:lpstr>
      <vt:lpstr>COVID-19 Impact &amp; Key Findings</vt:lpstr>
      <vt:lpstr>Conclusion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lathikeswari ramanathan</dc:creator>
  <cp:lastModifiedBy>lathikeswari ramanathan</cp:lastModifiedBy>
  <cp:revision>1</cp:revision>
  <dcterms:created xsi:type="dcterms:W3CDTF">2026-05-04T11:09:26Z</dcterms:created>
  <dcterms:modified xsi:type="dcterms:W3CDTF">2026-05-04T11:09:26Z</dcterms:modified>
</cp:coreProperties>
</file>